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project: a profiler that measures time and resource usage of Linux commands.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existing options are not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five-stage pipeline left to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steps: parse, run, collect,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Technologies can be adjusted to match what the team actually used (Bash or C also work).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how each test type validates the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sample table with real measurements from your tests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benefits and future scope. Thank the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82296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 Execution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Profiler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execution time and resource usage of any Linux command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Shell Forge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23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Dharmika P (2520030012)   |   Rushvini (2520030542)   |   Anushka (2520030501)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Forge  |  Linux Command Execution Time Profiler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tool that measures the execution time and resource usage of Linux commands.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2529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03120"/>
            <a:ext cx="64008" cy="2377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212848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visibility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633472"/>
            <a:ext cx="2164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built-in time command shows only basic numbers and is hard to compare across runs.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07080" y="2103120"/>
            <a:ext cx="2529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07080" y="2103120"/>
            <a:ext cx="64008" cy="2377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35680" y="2212848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tools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35680" y="2633472"/>
            <a:ext cx="2164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CPU, memory and I/O metrics live in different tools, so profiling is slow.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65520" y="2103120"/>
            <a:ext cx="2529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65520" y="2103120"/>
            <a:ext cx="64008" cy="2377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94120" y="2212848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compare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94120" y="2633472"/>
            <a:ext cx="2164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runs are noisy; developers need repeated runs and clear summaries.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Forge  |  Linux Command Execution Time Profiler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417320" cy="1097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18872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input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+ options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15544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203704" y="1188720"/>
            <a:ext cx="1417320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249424" y="118872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spawns process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621024" y="15544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858768" y="1188720"/>
            <a:ext cx="1417320" cy="1097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904488" y="118872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CPU, memory, I/O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276088" y="15544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513832" y="1188720"/>
            <a:ext cx="1417320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559552" y="118872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avg, min, max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931152" y="15544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168896" y="1188720"/>
            <a:ext cx="1417320" cy="1097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214616" y="118872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/ CSV / JSON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2651760"/>
            <a:ext cx="39090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651760"/>
            <a:ext cx="64008" cy="1828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2761488"/>
            <a:ext cx="3543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3182112"/>
            <a:ext cx="35433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runs: profiler [options] "command". Options set repeat count and output format.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686300" y="2651760"/>
            <a:ext cx="39090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64008" cy="1828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914900" y="2761488"/>
            <a:ext cx="3543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914900" y="3182112"/>
            <a:ext cx="35433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Per-run and averaged metrics, shown in the terminal or saved to a file.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Approach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Forge  |  Linux Command Execution Time Profiler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909060" cy="15773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88720"/>
            <a:ext cx="64008" cy="15773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298448"/>
            <a:ext cx="3543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Parse input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719072"/>
            <a:ext cx="354330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command, repeat count (-n) and format (-f) from the command line.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86300" y="1188720"/>
            <a:ext cx="3909060" cy="15773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6300" y="1188720"/>
            <a:ext cx="64008" cy="15773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14900" y="1298448"/>
            <a:ext cx="3543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Run and time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914900" y="1719072"/>
            <a:ext cx="354330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command as a child process; record wall-clock start and end time.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994660"/>
            <a:ext cx="3909060" cy="15773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994660"/>
            <a:ext cx="64008" cy="15773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104388"/>
            <a:ext cx="3543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Collect usage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525012"/>
            <a:ext cx="354330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user/system CPU time, peak memory (max RSS), I/O and context switches from the kernel.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86300" y="2994660"/>
            <a:ext cx="3909060" cy="15773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6300" y="2994660"/>
            <a:ext cx="64008" cy="15773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14900" y="3104388"/>
            <a:ext cx="3543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Report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914900" y="3525012"/>
            <a:ext cx="354330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N times, compute average, min and max, then print a table or export CSV/JSON.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Forge  |  Linux Command Execution Time Profiler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909060" cy="15773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88720"/>
            <a:ext cx="64008" cy="15773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298448"/>
            <a:ext cx="3543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719072"/>
            <a:ext cx="354330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logic, argument parsing (argparse) and report formatting.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86300" y="1188720"/>
            <a:ext cx="3909060" cy="15773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6300" y="1188720"/>
            <a:ext cx="64008" cy="15773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14900" y="1298448"/>
            <a:ext cx="3543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 + resource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914900" y="1719072"/>
            <a:ext cx="354330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commands and read CPU time and peak memory of child processes.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994660"/>
            <a:ext cx="3909060" cy="15773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994660"/>
            <a:ext cx="64008" cy="15773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104388"/>
            <a:ext cx="3543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psutil / /proc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525012"/>
            <a:ext cx="354330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CPU, memory and I/O statistics from the Linux kernel.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86300" y="2994660"/>
            <a:ext cx="3909060" cy="15773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6300" y="2994660"/>
            <a:ext cx="64008" cy="15773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14900" y="3104388"/>
            <a:ext cx="3543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+ Git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914900" y="3525012"/>
            <a:ext cx="354330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and tested on Ubuntu; versioned with Git and GitHub.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Forge  |  Linux Command Execution Time Profiler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909060" cy="15773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88720"/>
            <a:ext cx="64008" cy="15773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298448"/>
            <a:ext cx="3543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719072"/>
            <a:ext cx="354330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commands (ls, echo), failing commands and invalid input.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86300" y="1188720"/>
            <a:ext cx="3909060" cy="15773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6300" y="1188720"/>
            <a:ext cx="64008" cy="15773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14900" y="1298448"/>
            <a:ext cx="3543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tests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914900" y="1719072"/>
            <a:ext cx="354330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CPU-heavy (sort, gzip), I/O-heavy (cp, dd) and sleep-based commands.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994660"/>
            <a:ext cx="3909060" cy="15773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994660"/>
            <a:ext cx="64008" cy="15773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104388"/>
            <a:ext cx="3543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check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525012"/>
            <a:ext cx="354330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results with /usr/bin/time -v to confirm they match.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86300" y="2994660"/>
            <a:ext cx="3909060" cy="15773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6300" y="2994660"/>
            <a:ext cx="64008" cy="15773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14900" y="3104388"/>
            <a:ext cx="3543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Repeatability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914900" y="3525012"/>
            <a:ext cx="354330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runs per command to confirm stable averages.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Forge  |  Linux Command Execution Time Profiler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645920"/>
                <a:gridCol w="164592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memory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 -l /usr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bigfile.txt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1.80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1.65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MB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gzip bigfile.txt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2.40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2.30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246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for illustration; replace with your own measured values.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6118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/usr/bin/time results for all test commands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separates CPU-bound, I/O-bound and idle commands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over repeated runs give stable, comparable numbers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Forge  |  Linux Command Execution Time Profiler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909060" cy="15773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88720"/>
            <a:ext cx="64008" cy="15773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298448"/>
            <a:ext cx="3543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debugging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719072"/>
            <a:ext cx="354330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spot slow or memory-hungry commands and scripts.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86300" y="1188720"/>
            <a:ext cx="3909060" cy="15773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6300" y="1188720"/>
            <a:ext cx="64008" cy="15773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14900" y="1298448"/>
            <a:ext cx="3543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decisions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914900" y="1719072"/>
            <a:ext cx="354330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alternative commands with real data instead of guesses.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994660"/>
            <a:ext cx="3909060" cy="15773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994660"/>
            <a:ext cx="64008" cy="15773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104388"/>
            <a:ext cx="3543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value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525012"/>
            <a:ext cx="354330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students understand processes, CPU, memory and I/O in Linux.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86300" y="2994660"/>
            <a:ext cx="3909060" cy="15773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6300" y="2994660"/>
            <a:ext cx="64008" cy="15773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14900" y="3104388"/>
            <a:ext cx="3543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914900" y="3525012"/>
            <a:ext cx="354330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graphs, a web dashboard, and per-process history tracking.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Command Execution Time Profiler</dc:title>
  <dc:subject>PptxGenJS Presentation</dc:subject>
  <dc:creator>PptxGenJS</dc:creator>
  <cp:lastModifiedBy>PptxGenJS</cp:lastModifiedBy>
  <cp:revision>1</cp:revision>
  <dcterms:created xsi:type="dcterms:W3CDTF">2026-10-17T04:30:04Z</dcterms:created>
  <dcterms:modified xsi:type="dcterms:W3CDTF">2026-10-17T04:30:04Z</dcterms:modified>
</cp:coreProperties>
</file>